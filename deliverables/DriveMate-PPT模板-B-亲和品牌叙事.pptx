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b6f3ab11234579" /><Relationship Type="http://schemas.openxmlformats.org/officeDocument/2006/relationships/extended-properties" Target="/docProps/app.xml" Id="R3af6d596e4794c7a" /><Relationship Type="http://schemas.openxmlformats.org/officeDocument/2006/relationships/officeDocument" Target="/ppt/presentation.xml" Id="Ra40677bbeb294f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569c1253a04c22"/>
  </p:sldMasterIdLst>
  <p:notesMasterIdLst>
    <p:notesMasterId xmlns:r="http://schemas.openxmlformats.org/officeDocument/2006/relationships" r:id="R9f36ef60e4034776"/>
  </p:notesMasterIdLst>
  <p:sldIdLst>
    <p:sldId xmlns:r="http://schemas.openxmlformats.org/officeDocument/2006/relationships" id="256" r:id="Rd7efcd96b1874785"/>
    <p:sldId xmlns:r="http://schemas.openxmlformats.org/officeDocument/2006/relationships" id="257" r:id="Rc3e6d0fc58524d24"/>
    <p:sldId xmlns:r="http://schemas.openxmlformats.org/officeDocument/2006/relationships" id="258" r:id="R9f173fad711141b4"/>
    <p:sldId xmlns:r="http://schemas.openxmlformats.org/officeDocument/2006/relationships" id="259" r:id="R9e075deee9304844"/>
    <p:sldId xmlns:r="http://schemas.openxmlformats.org/officeDocument/2006/relationships" id="260" r:id="Rf88318121a85424d"/>
    <p:sldId xmlns:r="http://schemas.openxmlformats.org/officeDocument/2006/relationships" id="261" r:id="Rdfc3283a3e144c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1dffc638ac40d6" /><Relationship Type="http://schemas.openxmlformats.org/officeDocument/2006/relationships/slideMaster" Target="/ppt/slideMasters/slideMaster1.xml" Id="R02569c1253a04c22" /><Relationship Type="http://schemas.openxmlformats.org/officeDocument/2006/relationships/notesMaster" Target="/ppt/notesMasters/notesMaster1.xml" Id="R9f36ef60e4034776" /><Relationship Type="http://schemas.openxmlformats.org/officeDocument/2006/relationships/presProps" Target="/ppt/presProps.xml" Id="R24613357360c4e2e" /><Relationship Type="http://schemas.openxmlformats.org/officeDocument/2006/relationships/tableStyles" Target="/ppt/tableStyles.xml" Id="R3d68fa8461664abf" /><Relationship Type="http://schemas.openxmlformats.org/officeDocument/2006/relationships/slide" Target="/ppt/slides/slide1.xml" Id="Rd7efcd96b1874785" /><Relationship Type="http://schemas.openxmlformats.org/officeDocument/2006/relationships/slide" Target="/ppt/slides/slide2.xml" Id="Rc3e6d0fc58524d24" /><Relationship Type="http://schemas.openxmlformats.org/officeDocument/2006/relationships/slide" Target="/ppt/slides/slide3.xml" Id="R9f173fad711141b4" /><Relationship Type="http://schemas.openxmlformats.org/officeDocument/2006/relationships/slide" Target="/ppt/slides/slide4.xml" Id="R9e075deee9304844" /><Relationship Type="http://schemas.openxmlformats.org/officeDocument/2006/relationships/slide" Target="/ppt/slides/slide5.xml" Id="Rf88318121a85424d" /><Relationship Type="http://schemas.openxmlformats.org/officeDocument/2006/relationships/slide" Target="/ppt/slides/slide6.xml" Id="Rdfc3283a3e144c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0b18ab104e4b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5e82505d27469d" /><Relationship Type="http://schemas.openxmlformats.org/officeDocument/2006/relationships/notesMaster" Target="/ppt/notesMasters/notesMaster1.xml" Id="R1b6c0bc64e9d41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227425d8d44d7c" /><Relationship Type="http://schemas.openxmlformats.org/officeDocument/2006/relationships/notesMaster" Target="/ppt/notesMasters/notesMaster1.xml" Id="Rd676ac92e78243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0737e2aaa4c35" /><Relationship Type="http://schemas.openxmlformats.org/officeDocument/2006/relationships/notesMaster" Target="/ppt/notesMasters/notesMaster1.xml" Id="R8fa9f2201bc241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3d001e16be40f1" /><Relationship Type="http://schemas.openxmlformats.org/officeDocument/2006/relationships/notesMaster" Target="/ppt/notesMasters/notesMaster1.xml" Id="Ra59468498b1b4b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e7704bfb604992" /><Relationship Type="http://schemas.openxmlformats.org/officeDocument/2006/relationships/notesMaster" Target="/ppt/notesMasters/notesMaster1.xml" Id="Rbad471c4248b41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7fabb5e7984b26" /><Relationship Type="http://schemas.openxmlformats.org/officeDocument/2006/relationships/notesMaster" Target="/ppt/notesMasters/notesMaster1.xml" Id="R6c27fb28ee5d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005c07de448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f62ed1713c4f08" /><Relationship Type="http://schemas.openxmlformats.org/officeDocument/2006/relationships/slideLayout" Target="/ppt/slideLayouts/slideLayout1.xml" Id="R8fc5851b41a54f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c5851b41a54f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679baf77e45fd" /><Relationship Type="http://schemas.openxmlformats.org/officeDocument/2006/relationships/image" Target="/ppt/media/image.png" Id="R840b7597fb3f4b14" /><Relationship Type="http://schemas.openxmlformats.org/officeDocument/2006/relationships/notesSlide" Target="/ppt/notesSlides/notesSlide1.xml" Id="R177f9cdbb63f44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114241864445c" /><Relationship Type="http://schemas.openxmlformats.org/officeDocument/2006/relationships/image" Target="/ppt/media/image2.png" Id="Rf1a0767d71c24abb" /><Relationship Type="http://schemas.openxmlformats.org/officeDocument/2006/relationships/notesSlide" Target="/ppt/notesSlides/notesSlide2.xml" Id="Rc1c0755d62fb4d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fe3f2afb24946" /><Relationship Type="http://schemas.openxmlformats.org/officeDocument/2006/relationships/image" Target="/ppt/media/image3.png" Id="R4f870d6922b14efe" /><Relationship Type="http://schemas.openxmlformats.org/officeDocument/2006/relationships/notesSlide" Target="/ppt/notesSlides/notesSlide3.xml" Id="R8205e7233ad043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4e02e3d4b45b8" /><Relationship Type="http://schemas.openxmlformats.org/officeDocument/2006/relationships/image" Target="/ppt/media/image4.png" Id="Re4a5ca06a2f24fe3" /><Relationship Type="http://schemas.openxmlformats.org/officeDocument/2006/relationships/notesSlide" Target="/ppt/notesSlides/notesSlide4.xml" Id="Re523bbc89fc245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1859efc894c17" /><Relationship Type="http://schemas.openxmlformats.org/officeDocument/2006/relationships/image" Target="/ppt/media/image5.png" Id="R746bcbde16e649e3" /><Relationship Type="http://schemas.openxmlformats.org/officeDocument/2006/relationships/notesSlide" Target="/ppt/notesSlides/notesSlide5.xml" Id="Rfd97bf5078b04d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da3099ca44c6d" /><Relationship Type="http://schemas.openxmlformats.org/officeDocument/2006/relationships/image" Target="/ppt/media/image6.png" Id="R10d4094481e64457" /><Relationship Type="http://schemas.openxmlformats.org/officeDocument/2006/relationships/notesSlide" Target="/ppt/notesSlides/notesSlide6.xml" Id="R4470219455fd4d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pink">
            <a:extLst xmlns:a="http://schemas.openxmlformats.org/drawingml/2006/main">
              <a:ext uri="{FF2B5EF4-FFF2-40B4-BE49-F238E27FC236}">
                <a16:creationId xmlns:a16="http://schemas.microsoft.com/office/drawing/2014/main" id="{06018B09-2292-47FE-960D-06CA629F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1143000"/>
            <a:ext cx="5334000" cy="533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blue">
            <a:extLst xmlns:a="http://schemas.openxmlformats.org/drawingml/2006/main">
              <a:ext uri="{FF2B5EF4-FFF2-40B4-BE49-F238E27FC236}">
                <a16:creationId xmlns:a16="http://schemas.microsoft.com/office/drawing/2014/main" id="{2E517A3F-D939-4E2A-A27D-4D4E0E2C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b7597fb3f4b14"/>
          <a:stretch xmlns:a="http://schemas.openxmlformats.org/drawingml/2006/main"/>
        </p:blipFill>
        <p:spPr>
          <a:xfrm xmlns:a="http://schemas.openxmlformats.org/drawingml/2006/main">
            <a:off x="8096250" y="13906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4" name="cover-tag-bg">
            <a:extLst xmlns:a="http://schemas.openxmlformats.org/drawingml/2006/main">
              <a:ext uri="{FF2B5EF4-FFF2-40B4-BE49-F238E27FC236}">
                <a16:creationId xmlns:a16="http://schemas.microsoft.com/office/drawing/2014/main" id="{D5BED817-786D-4B21-839C-E6CBA403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2381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ag-text">
            <a:extLst xmlns:a="http://schemas.openxmlformats.org/drawingml/2006/main">
              <a:ext uri="{FF2B5EF4-FFF2-40B4-BE49-F238E27FC236}">
                <a16:creationId xmlns:a16="http://schemas.microsoft.com/office/drawing/2014/main" id="{06EB8613-54B6-41D2-9F9F-6BD019FA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58EBB"/>
                </a:solidFill>
              </a:defRPr>
            </a:pPr>
            <a:r>
              <a:rPr sz="900" b="1">
                <a:solidFill>
                  <a:srgbClr val="458EBB"/>
                </a:solidFill>
              </a:rPr>
              <a:t>DRIVEMATE BRAND STORY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F750F82-77B9-4CDE-A426-B924030A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3445A"/>
                </a:solidFill>
              </a:defRPr>
            </a:pPr>
            <a:r>
              <a:rPr sz="4350" b="1">
                <a:solidFill>
                  <a:srgbClr val="33445A"/>
                </a:solidFill>
              </a:rPr>
              <a:t>一路同行，</a:t>
            </a:r>
          </a:p>
          <a:p xmlns:a="http://schemas.openxmlformats.org/drawingml/2006/main">
            <a:pPr algn="l">
              <a:defRPr sz="4350" b="1">
                <a:solidFill>
                  <a:srgbClr val="33445A"/>
                </a:solidFill>
              </a:defRPr>
            </a:pPr>
            <a:r>
              <a:rPr sz="4350" b="1">
                <a:solidFill>
                  <a:srgbClr val="33445A"/>
                </a:solidFill>
              </a:rPr>
              <a:t>一路懂你</a:t>
            </a:r>
          </a:p>
        </p:txBody>
      </p:sp>
      <p:sp>
        <p:nvSpPr>
          <p:cNvPr id="7" name="cover-sub">
            <a:extLst xmlns:a="http://schemas.openxmlformats.org/drawingml/2006/main">
              <a:ext uri="{FF2B5EF4-FFF2-40B4-BE49-F238E27FC236}">
                <a16:creationId xmlns:a16="http://schemas.microsoft.com/office/drawing/2014/main" id="{969DC9A3-0B1A-4F20-A211-9BB4FC9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2839A"/>
                </a:solidFill>
              </a:defRPr>
            </a:pPr>
            <a:r>
              <a:rPr sz="1800" b="0">
                <a:solidFill>
                  <a:srgbClr val="72839A"/>
                </a:solidFill>
              </a:rPr>
              <a:t>亲和品牌叙事模板</a:t>
            </a:r>
          </a:p>
        </p:txBody>
      </p:sp>
      <p:sp>
        <p:nvSpPr>
          <p:cNvPr id="8" name="cover-note">
            <a:extLst xmlns:a="http://schemas.openxmlformats.org/drawingml/2006/main">
              <a:ext uri="{FF2B5EF4-FFF2-40B4-BE49-F238E27FC236}">
                <a16:creationId xmlns:a16="http://schemas.microsoft.com/office/drawing/2014/main" id="{55A1580E-41C5-43B7-837D-1F65C67E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839A"/>
                </a:solidFill>
              </a:defRPr>
            </a:pPr>
            <a:r>
              <a:rPr sz="1275" b="0">
                <a:solidFill>
                  <a:srgbClr val="72839A"/>
                </a:solidFill>
              </a:rPr>
              <a:t>适合品牌介绍、用户故事与产品发布</a:t>
            </a:r>
          </a:p>
        </p:txBody>
      </p:sp>
      <p:sp>
        <p:nvSpPr>
          <p:cNvPr id="9" name="cover-line">
            <a:extLst xmlns:a="http://schemas.openxmlformats.org/drawingml/2006/main">
              <a:ext uri="{FF2B5EF4-FFF2-40B4-BE49-F238E27FC236}">
                <a16:creationId xmlns:a16="http://schemas.microsoft.com/office/drawing/2014/main" id="{DF4A936D-CA0E-49DD-A191-7A6C42E1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1B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397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0767d71c24abb"/>
          <a:stretch xmlns:a="http://schemas.openxmlformats.org/drawingml/2006/main"/>
        </p:blipFill>
        <p:spPr>
          <a:xfrm xmlns:a="http://schemas.openxmlformats.org/drawingml/2006/main">
            <a:off x="685800" y="3238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brand-72-34">
            <a:extLst xmlns:a="http://schemas.openxmlformats.org/drawingml/2006/main">
              <a:ext uri="{FF2B5EF4-FFF2-40B4-BE49-F238E27FC236}">
                <a16:creationId xmlns:a16="http://schemas.microsoft.com/office/drawing/2014/main" id="{3FA9FC7E-E2FB-4400-9563-E04BA459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45A"/>
                </a:solidFill>
              </a:defRPr>
            </a:pPr>
            <a:r>
              <a:rPr sz="1650" b="1">
                <a:solidFill>
                  <a:srgbClr val="33445A"/>
                </a:solidFill>
              </a:rPr>
              <a:t>DriveMate</a:t>
            </a:r>
          </a:p>
        </p:txBody>
      </p:sp>
      <p:sp>
        <p:nvSpPr>
          <p:cNvPr id="3" name="companion-topic-2">
            <a:extLst xmlns:a="http://schemas.openxmlformats.org/drawingml/2006/main">
              <a:ext uri="{FF2B5EF4-FFF2-40B4-BE49-F238E27FC236}">
                <a16:creationId xmlns:a16="http://schemas.microsoft.com/office/drawing/2014/main" id="{A4365F9E-A05F-4BAB-AB4A-E145F034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2839A"/>
                </a:solidFill>
              </a:defRPr>
            </a:pPr>
            <a:r>
              <a:rPr sz="825" b="1">
                <a:solidFill>
                  <a:srgbClr val="72839A"/>
                </a:solidFill>
              </a:rPr>
              <a:t>YOUR INTELLIGENT TRAVEL COMPANION</a:t>
            </a:r>
          </a:p>
        </p:txBody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64378BBE-9DAA-4A65-8DBE-6E5A6FB9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291A5"/>
                </a:solidFill>
              </a:defRPr>
            </a:pPr>
            <a:r>
              <a:rPr sz="750" b="1">
                <a:solidFill>
                  <a:srgbClr val="8291A5"/>
                </a:solidFill>
              </a:rPr>
              <a:t>DRIVEMATE · COMPANION STORY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094D567A-5A21-44AF-9963-5FF01AE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291A5"/>
                </a:solidFill>
              </a:defRPr>
            </a:pPr>
            <a:r>
              <a:rPr sz="750" b="1">
                <a:solidFill>
                  <a:srgbClr val="8291A5"/>
                </a:solidFill>
              </a:rPr>
              <a:t>02</a:t>
            </a:r>
          </a:p>
        </p:txBody>
      </p:sp>
      <p:sp>
        <p:nvSpPr>
          <p:cNvPr id="6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CCBB2D63-5954-4F04-B1FE-BBC380F6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58EBB"/>
                </a:solidFill>
              </a:defRPr>
            </a:pPr>
            <a:r>
              <a:rPr sz="1125" b="1">
                <a:solidFill>
                  <a:srgbClr val="458EBB"/>
                </a:solidFill>
              </a:rPr>
              <a:t>CHAPTER 01</a:t>
            </a:r>
          </a:p>
        </p:txBody>
      </p:sp>
      <p:sp>
        <p:nvSpPr>
          <p:cNvPr id="7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6F70808-C4A9-4747-B7E4-A08C7C6D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3445A"/>
                </a:solidFill>
              </a:defRPr>
            </a:pPr>
            <a:r>
              <a:rPr sz="3525" b="1">
                <a:solidFill>
                  <a:srgbClr val="33445A"/>
                </a:solidFill>
              </a:rPr>
              <a:t>真正好的智能，</a:t>
            </a:r>
          </a:p>
          <a:p xmlns:a="http://schemas.openxmlformats.org/drawingml/2006/main">
            <a:pPr algn="l">
              <a:defRPr sz="3525" b="1">
                <a:solidFill>
                  <a:srgbClr val="33445A"/>
                </a:solidFill>
              </a:defRPr>
            </a:pPr>
            <a:r>
              <a:rPr sz="3525" b="1">
                <a:solidFill>
                  <a:srgbClr val="33445A"/>
                </a:solidFill>
              </a:rPr>
              <a:t>先理解人的感受</a:t>
            </a:r>
          </a:p>
        </p:txBody>
      </p:sp>
      <p:sp>
        <p:nvSpPr>
          <p:cNvPr id="8" name="section-quote">
            <a:extLst xmlns:a="http://schemas.openxmlformats.org/drawingml/2006/main">
              <a:ext uri="{FF2B5EF4-FFF2-40B4-BE49-F238E27FC236}">
                <a16:creationId xmlns:a16="http://schemas.microsoft.com/office/drawing/2014/main" id="{BBAB5997-D614-420B-A702-D3609FF8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52600"/>
            <a:ext cx="314325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ction-symbol">
            <a:extLst xmlns:a="http://schemas.openxmlformats.org/drawingml/2006/main">
              <a:ext uri="{FF2B5EF4-FFF2-40B4-BE49-F238E27FC236}">
                <a16:creationId xmlns:a16="http://schemas.microsoft.com/office/drawing/2014/main" id="{0028C7B3-4CF5-4B62-8CE0-7A1010CB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859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6A1B0"/>
                </a:solidFill>
              </a:defRPr>
            </a:pPr>
            <a:r>
              <a:rPr sz="5400" b="1">
                <a:solidFill>
                  <a:srgbClr val="F6A1B0"/>
                </a:solidFill>
              </a:rPr>
              <a:t>“</a:t>
            </a:r>
          </a:p>
        </p:txBody>
      </p:sp>
      <p:sp>
        <p:nvSpPr>
          <p:cNvPr id="10" name="section-copy">
            <a:extLst xmlns:a="http://schemas.openxmlformats.org/drawingml/2006/main">
              <a:ext uri="{FF2B5EF4-FFF2-40B4-BE49-F238E27FC236}">
                <a16:creationId xmlns:a16="http://schemas.microsoft.com/office/drawing/2014/main" id="{F6E03BE6-8744-49E4-933B-38BACFD3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228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45A"/>
                </a:solidFill>
              </a:defRPr>
            </a:pPr>
            <a:r>
              <a:rPr sz="1650" b="1">
                <a:solidFill>
                  <a:srgbClr val="33445A"/>
                </a:solidFill>
              </a:rPr>
              <a:t>这里可以放置一句用户洞察，</a:t>
            </a:r>
          </a:p>
          <a:p xmlns:a="http://schemas.openxmlformats.org/drawingml/2006/main">
            <a:pPr algn="l">
              <a:defRPr sz="1650" b="1">
                <a:solidFill>
                  <a:srgbClr val="33445A"/>
                </a:solidFill>
              </a:defRPr>
            </a:pPr>
            <a:r>
              <a:rPr sz="1650" b="1">
                <a:solidFill>
                  <a:srgbClr val="33445A"/>
                </a:solidFill>
              </a:rPr>
              <a:t>让章节从真实体验开始。</a:t>
            </a:r>
          </a:p>
        </p:txBody>
      </p:sp>
    </p:spTree>
    <p:extLst>
      <p:ext uri="{BB962C8B-B14F-4D97-AF65-F5344CB8AC3E}">
        <p14:creationId xmlns:p14="http://schemas.microsoft.com/office/powerpoint/2010/main" val="5078096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70d6922b14efe"/>
          <a:stretch xmlns:a="http://schemas.openxmlformats.org/drawingml/2006/main"/>
        </p:blipFill>
        <p:spPr>
          <a:xfrm xmlns:a="http://schemas.openxmlformats.org/drawingml/2006/main">
            <a:off x="685800" y="3238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brand-72-34">
            <a:extLst xmlns:a="http://schemas.openxmlformats.org/drawingml/2006/main">
              <a:ext uri="{FF2B5EF4-FFF2-40B4-BE49-F238E27FC236}">
                <a16:creationId xmlns:a16="http://schemas.microsoft.com/office/drawing/2014/main" id="{C27C3597-F374-4953-BE8E-916C63C2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45A"/>
                </a:solidFill>
              </a:defRPr>
            </a:pPr>
            <a:r>
              <a:rPr sz="1650" b="1">
                <a:solidFill>
                  <a:srgbClr val="33445A"/>
                </a:solidFill>
              </a:rPr>
              <a:t>DriveMate</a:t>
            </a:r>
          </a:p>
        </p:txBody>
      </p:sp>
      <p:sp>
        <p:nvSpPr>
          <p:cNvPr id="3" name="companion-topic-3">
            <a:extLst xmlns:a="http://schemas.openxmlformats.org/drawingml/2006/main">
              <a:ext uri="{FF2B5EF4-FFF2-40B4-BE49-F238E27FC236}">
                <a16:creationId xmlns:a16="http://schemas.microsoft.com/office/drawing/2014/main" id="{9A359232-B1CB-4B99-956A-1A365FDD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2839A"/>
                </a:solidFill>
              </a:defRPr>
            </a:pPr>
            <a:r>
              <a:rPr sz="825" b="1">
                <a:solidFill>
                  <a:srgbClr val="72839A"/>
                </a:solidFill>
              </a:rPr>
              <a:t>YOUR INTELLIGENT TRAVEL COMPANION</a:t>
            </a:r>
          </a:p>
        </p:txBody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D7AC83F2-D433-4000-B3A7-A93532A4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291A5"/>
                </a:solidFill>
              </a:defRPr>
            </a:pPr>
            <a:r>
              <a:rPr sz="750" b="1">
                <a:solidFill>
                  <a:srgbClr val="8291A5"/>
                </a:solidFill>
              </a:rPr>
              <a:t>DRIVEMATE · COMPANION STORY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BA5A3475-9375-4248-96E2-9789DBC7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291A5"/>
                </a:solidFill>
              </a:defRPr>
            </a:pPr>
            <a:r>
              <a:rPr sz="750" b="1">
                <a:solidFill>
                  <a:srgbClr val="8291A5"/>
                </a:solidFill>
              </a:rPr>
              <a:t>03</a:t>
            </a:r>
          </a:p>
        </p:txBody>
      </p:sp>
      <p:sp>
        <p:nvSpPr>
          <p:cNvPr id="6" name="story-title">
            <a:extLst xmlns:a="http://schemas.openxmlformats.org/drawingml/2006/main">
              <a:ext uri="{FF2B5EF4-FFF2-40B4-BE49-F238E27FC236}">
                <a16:creationId xmlns:a16="http://schemas.microsoft.com/office/drawing/2014/main" id="{BC4D69F7-D095-47B7-AF53-0F8FA555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3445A"/>
                </a:solidFill>
              </a:defRPr>
            </a:pPr>
            <a:r>
              <a:rPr sz="2850" b="1">
                <a:solidFill>
                  <a:srgbClr val="33445A"/>
                </a:solidFill>
              </a:rPr>
              <a:t>从一个真实时刻讲起</a:t>
            </a:r>
          </a:p>
        </p:txBody>
      </p:sp>
      <p:sp>
        <p:nvSpPr>
          <p:cNvPr id="7" name="story-image">
            <a:extLst xmlns:a="http://schemas.openxmlformats.org/drawingml/2006/main">
              <a:ext uri="{FF2B5EF4-FFF2-40B4-BE49-F238E27FC236}">
                <a16:creationId xmlns:a16="http://schemas.microsoft.com/office/drawing/2014/main" id="{3A86F461-5547-449F-8DFB-14BB7FD8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00" cy="33528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ory-placeholder">
            <a:extLst xmlns:a="http://schemas.openxmlformats.org/drawingml/2006/main">
              <a:ext uri="{FF2B5EF4-FFF2-40B4-BE49-F238E27FC236}">
                <a16:creationId xmlns:a16="http://schemas.microsoft.com/office/drawing/2014/main" id="{DDB05D66-9574-466A-912F-54AABF52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909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58EBB"/>
                </a:solidFill>
              </a:defRPr>
            </a:pPr>
            <a:r>
              <a:rPr sz="1800" b="1">
                <a:solidFill>
                  <a:srgbClr val="458EBB"/>
                </a:solidFill>
              </a:rPr>
              <a:t>生活方式图片 / 用户场景</a:t>
            </a:r>
          </a:p>
        </p:txBody>
      </p:sp>
      <p:sp>
        <p:nvSpPr>
          <p:cNvPr id="9" name="story-quote">
            <a:extLst xmlns:a="http://schemas.openxmlformats.org/drawingml/2006/main">
              <a:ext uri="{FF2B5EF4-FFF2-40B4-BE49-F238E27FC236}">
                <a16:creationId xmlns:a16="http://schemas.microsoft.com/office/drawing/2014/main" id="{6647E91F-FC88-40C3-901C-CEB24885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28850"/>
            <a:ext cx="419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3445A"/>
                </a:solidFill>
              </a:defRPr>
            </a:pPr>
            <a:r>
              <a:rPr sz="2250" b="1">
                <a:solidFill>
                  <a:srgbClr val="33445A"/>
                </a:solidFill>
              </a:rPr>
              <a:t>“夜晚回家时，</a:t>
            </a:r>
          </a:p>
          <a:p xmlns:a="http://schemas.openxmlformats.org/drawingml/2006/main">
            <a:pPr algn="l">
              <a:defRPr sz="2250" b="1">
                <a:solidFill>
                  <a:srgbClr val="33445A"/>
                </a:solidFill>
              </a:defRPr>
            </a:pPr>
            <a:r>
              <a:rPr sz="2250" b="1">
                <a:solidFill>
                  <a:srgbClr val="33445A"/>
                </a:solidFill>
              </a:rPr>
              <a:t>车已经准备好舒适的温度。”</a:t>
            </a:r>
          </a:p>
        </p:txBody>
      </p:sp>
      <p:sp>
        <p:nvSpPr>
          <p:cNvPr id="10" name="story-body">
            <a:extLst xmlns:a="http://schemas.openxmlformats.org/drawingml/2006/main">
              <a:ext uri="{FF2B5EF4-FFF2-40B4-BE49-F238E27FC236}">
                <a16:creationId xmlns:a16="http://schemas.microsoft.com/office/drawing/2014/main" id="{33951B21-0878-482E-B21D-438110C3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385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39A"/>
                </a:solidFill>
              </a:defRPr>
            </a:pPr>
            <a:r>
              <a:rPr sz="1350" b="0">
                <a:solidFill>
                  <a:srgbClr val="72839A"/>
                </a:solidFill>
              </a:rPr>
              <a:t>用 2–3 句话说明用户、场景和期待。把功能描述转化为可感知的体验价值。</a:t>
            </a:r>
          </a:p>
        </p:txBody>
      </p:sp>
      <p:sp>
        <p:nvSpPr>
          <p:cNvPr id="11" name="story-line">
            <a:extLst xmlns:a="http://schemas.openxmlformats.org/drawingml/2006/main">
              <a:ext uri="{FF2B5EF4-FFF2-40B4-BE49-F238E27FC236}">
                <a16:creationId xmlns:a16="http://schemas.microsoft.com/office/drawing/2014/main" id="{FF078BDB-9524-48FB-88D8-5846B757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673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1B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73178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5ca06a2f24fe3"/>
          <a:stretch xmlns:a="http://schemas.openxmlformats.org/drawingml/2006/main"/>
        </p:blipFill>
        <p:spPr>
          <a:xfrm xmlns:a="http://schemas.openxmlformats.org/drawingml/2006/main">
            <a:off x="685800" y="3238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brand-72-34">
            <a:extLst xmlns:a="http://schemas.openxmlformats.org/drawingml/2006/main">
              <a:ext uri="{FF2B5EF4-FFF2-40B4-BE49-F238E27FC236}">
                <a16:creationId xmlns:a16="http://schemas.microsoft.com/office/drawing/2014/main" id="{67C98375-CF36-4BB9-95CB-834D47E0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45A"/>
                </a:solidFill>
              </a:defRPr>
            </a:pPr>
            <a:r>
              <a:rPr sz="1650" b="1">
                <a:solidFill>
                  <a:srgbClr val="33445A"/>
                </a:solidFill>
              </a:rPr>
              <a:t>DriveMate</a:t>
            </a:r>
          </a:p>
        </p:txBody>
      </p:sp>
      <p:sp>
        <p:nvSpPr>
          <p:cNvPr id="3" name="companion-topic-4">
            <a:extLst xmlns:a="http://schemas.openxmlformats.org/drawingml/2006/main">
              <a:ext uri="{FF2B5EF4-FFF2-40B4-BE49-F238E27FC236}">
                <a16:creationId xmlns:a16="http://schemas.microsoft.com/office/drawing/2014/main" id="{AE2697DE-DDC3-483F-A071-913D1F65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2839A"/>
                </a:solidFill>
              </a:defRPr>
            </a:pPr>
            <a:r>
              <a:rPr sz="825" b="1">
                <a:solidFill>
                  <a:srgbClr val="72839A"/>
                </a:solidFill>
              </a:rPr>
              <a:t>YOUR INTELLIGENT TRAVEL COMPANION</a:t>
            </a:r>
          </a:p>
        </p:txBody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AFA7893D-1BB1-40D0-9C54-3C6F47B6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291A5"/>
                </a:solidFill>
              </a:defRPr>
            </a:pPr>
            <a:r>
              <a:rPr sz="750" b="1">
                <a:solidFill>
                  <a:srgbClr val="8291A5"/>
                </a:solidFill>
              </a:rPr>
              <a:t>DRIVEMATE · COMPANION STORY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C02DDDD4-3060-4C56-A844-A1884F14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291A5"/>
                </a:solidFill>
              </a:defRPr>
            </a:pPr>
            <a:r>
              <a:rPr sz="750" b="1">
                <a:solidFill>
                  <a:srgbClr val="8291A5"/>
                </a:solidFill>
              </a:rPr>
              <a:t>04</a:t>
            </a:r>
          </a:p>
        </p:txBody>
      </p:sp>
      <p:sp>
        <p:nvSpPr>
          <p:cNvPr id="6" name="feature-title">
            <a:extLst xmlns:a="http://schemas.openxmlformats.org/drawingml/2006/main">
              <a:ext uri="{FF2B5EF4-FFF2-40B4-BE49-F238E27FC236}">
                <a16:creationId xmlns:a16="http://schemas.microsoft.com/office/drawing/2014/main" id="{063208D8-CA26-4D70-B269-CB79682C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3445A"/>
                </a:solidFill>
              </a:defRPr>
            </a:pPr>
            <a:r>
              <a:rPr sz="2850" b="1">
                <a:solidFill>
                  <a:srgbClr val="33445A"/>
                </a:solidFill>
              </a:rPr>
              <a:t>三种能力，共同构成陪伴感</a:t>
            </a:r>
          </a:p>
        </p:txBody>
      </p:sp>
      <p:sp>
        <p:nvSpPr>
          <p:cNvPr id="7" name="f-card-0">
            <a:extLst xmlns:a="http://schemas.openxmlformats.org/drawingml/2006/main">
              <a:ext uri="{FF2B5EF4-FFF2-40B4-BE49-F238E27FC236}">
                <a16:creationId xmlns:a16="http://schemas.microsoft.com/office/drawing/2014/main" id="{E0169B4C-178C-4101-819D-AB42DE2D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-num-0">
            <a:extLst xmlns:a="http://schemas.openxmlformats.org/drawingml/2006/main">
              <a:ext uri="{FF2B5EF4-FFF2-40B4-BE49-F238E27FC236}">
                <a16:creationId xmlns:a16="http://schemas.microsoft.com/office/drawing/2014/main" id="{752E6CA7-215A-4402-BDA7-8378D00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58EBB"/>
                </a:solidFill>
              </a:defRPr>
            </a:pPr>
            <a:r>
              <a:rPr sz="1050" b="1">
                <a:solidFill>
                  <a:srgbClr val="458EBB"/>
                </a:solidFill>
              </a:rPr>
              <a:t>01</a:t>
            </a:r>
          </a:p>
        </p:txBody>
      </p:sp>
      <p:sp>
        <p:nvSpPr>
          <p:cNvPr id="9" name="f-name-0">
            <a:extLst xmlns:a="http://schemas.openxmlformats.org/drawingml/2006/main">
              <a:ext uri="{FF2B5EF4-FFF2-40B4-BE49-F238E27FC236}">
                <a16:creationId xmlns:a16="http://schemas.microsoft.com/office/drawing/2014/main" id="{2FAF1B3A-FDD3-4D16-811A-885BCD4C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3445A"/>
                </a:solidFill>
              </a:defRPr>
            </a:pPr>
            <a:r>
              <a:rPr sz="2550" b="1">
                <a:solidFill>
                  <a:srgbClr val="33445A"/>
                </a:solidFill>
              </a:rPr>
              <a:t>懂你</a:t>
            </a:r>
          </a:p>
        </p:txBody>
      </p:sp>
      <p:sp>
        <p:nvSpPr>
          <p:cNvPr id="10" name="f-desc-0">
            <a:extLst xmlns:a="http://schemas.openxmlformats.org/drawingml/2006/main">
              <a:ext uri="{FF2B5EF4-FFF2-40B4-BE49-F238E27FC236}">
                <a16:creationId xmlns:a16="http://schemas.microsoft.com/office/drawing/2014/main" id="{D01BE9A5-219B-4424-96E8-CEDA0993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39A"/>
                </a:solidFill>
              </a:defRPr>
            </a:pPr>
            <a:r>
              <a:rPr sz="1350" b="0">
                <a:solidFill>
                  <a:srgbClr val="72839A"/>
                </a:solidFill>
              </a:rPr>
              <a:t>感知上下文</a:t>
            </a:r>
          </a:p>
        </p:txBody>
      </p:sp>
      <p:sp>
        <p:nvSpPr>
          <p:cNvPr id="11" name="f-dot-0">
            <a:extLst xmlns:a="http://schemas.openxmlformats.org/drawingml/2006/main">
              <a:ext uri="{FF2B5EF4-FFF2-40B4-BE49-F238E27FC236}">
                <a16:creationId xmlns:a16="http://schemas.microsoft.com/office/drawing/2014/main" id="{A4AF4D86-2DA4-4AB1-97C5-E7BAA96F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8E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-card-1">
            <a:extLst xmlns:a="http://schemas.openxmlformats.org/drawingml/2006/main">
              <a:ext uri="{FF2B5EF4-FFF2-40B4-BE49-F238E27FC236}">
                <a16:creationId xmlns:a16="http://schemas.microsoft.com/office/drawing/2014/main" id="{EE69D4E9-2F84-4AE8-8675-6A8B4AB9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2385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-num-1">
            <a:extLst xmlns:a="http://schemas.openxmlformats.org/drawingml/2006/main">
              <a:ext uri="{FF2B5EF4-FFF2-40B4-BE49-F238E27FC236}">
                <a16:creationId xmlns:a16="http://schemas.microsoft.com/office/drawing/2014/main" id="{294357C2-C1EF-43F8-9EB7-6EEA120E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5E76"/>
                </a:solidFill>
              </a:defRPr>
            </a:pPr>
            <a:r>
              <a:rPr sz="1050" b="1">
                <a:solidFill>
                  <a:srgbClr val="C75E76"/>
                </a:solidFill>
              </a:rPr>
              <a:t>02</a:t>
            </a:r>
          </a:p>
        </p:txBody>
      </p:sp>
      <p:sp>
        <p:nvSpPr>
          <p:cNvPr id="14" name="f-name-1">
            <a:extLst xmlns:a="http://schemas.openxmlformats.org/drawingml/2006/main">
              <a:ext uri="{FF2B5EF4-FFF2-40B4-BE49-F238E27FC236}">
                <a16:creationId xmlns:a16="http://schemas.microsoft.com/office/drawing/2014/main" id="{53E4ACD1-FF05-4F15-B8FE-516371AB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3445A"/>
                </a:solidFill>
              </a:defRPr>
            </a:pPr>
            <a:r>
              <a:rPr sz="2550" b="1">
                <a:solidFill>
                  <a:srgbClr val="33445A"/>
                </a:solidFill>
              </a:rPr>
              <a:t>帮你</a:t>
            </a:r>
          </a:p>
        </p:txBody>
      </p:sp>
      <p:sp>
        <p:nvSpPr>
          <p:cNvPr id="15" name="f-desc-1">
            <a:extLst xmlns:a="http://schemas.openxmlformats.org/drawingml/2006/main">
              <a:ext uri="{FF2B5EF4-FFF2-40B4-BE49-F238E27FC236}">
                <a16:creationId xmlns:a16="http://schemas.microsoft.com/office/drawing/2014/main" id="{E0A3789B-C8E8-41D1-B864-D45A5C00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39A"/>
                </a:solidFill>
              </a:defRPr>
            </a:pPr>
            <a:r>
              <a:rPr sz="1350" b="0">
                <a:solidFill>
                  <a:srgbClr val="72839A"/>
                </a:solidFill>
              </a:rPr>
              <a:t>主动编排服务</a:t>
            </a:r>
          </a:p>
        </p:txBody>
      </p:sp>
      <p:sp>
        <p:nvSpPr>
          <p:cNvPr id="16" name="f-dot-1">
            <a:extLst xmlns:a="http://schemas.openxmlformats.org/drawingml/2006/main">
              <a:ext uri="{FF2B5EF4-FFF2-40B4-BE49-F238E27FC236}">
                <a16:creationId xmlns:a16="http://schemas.microsoft.com/office/drawing/2014/main" id="{21509482-1D54-405B-9E8D-1750D525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5E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-card-2">
            <a:extLst xmlns:a="http://schemas.openxmlformats.org/drawingml/2006/main">
              <a:ext uri="{FF2B5EF4-FFF2-40B4-BE49-F238E27FC236}">
                <a16:creationId xmlns:a16="http://schemas.microsoft.com/office/drawing/2014/main" id="{C4AE4FD3-4154-4EB9-9177-6253EB65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90750"/>
            <a:ext cx="32385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-num-2">
            <a:extLst xmlns:a="http://schemas.openxmlformats.org/drawingml/2006/main">
              <a:ext uri="{FF2B5EF4-FFF2-40B4-BE49-F238E27FC236}">
                <a16:creationId xmlns:a16="http://schemas.microsoft.com/office/drawing/2014/main" id="{BF1C8DA4-7AC6-43E9-AC0C-34228C6E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866D"/>
                </a:solidFill>
              </a:defRPr>
            </a:pPr>
            <a:r>
              <a:rPr sz="1050" b="1">
                <a:solidFill>
                  <a:srgbClr val="2D866D"/>
                </a:solidFill>
              </a:rPr>
              <a:t>03</a:t>
            </a:r>
          </a:p>
        </p:txBody>
      </p:sp>
      <p:sp>
        <p:nvSpPr>
          <p:cNvPr id="19" name="f-name-2">
            <a:extLst xmlns:a="http://schemas.openxmlformats.org/drawingml/2006/main">
              <a:ext uri="{FF2B5EF4-FFF2-40B4-BE49-F238E27FC236}">
                <a16:creationId xmlns:a16="http://schemas.microsoft.com/office/drawing/2014/main" id="{15DC54F1-2EA8-4F4C-A119-01FD6E8A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3445A"/>
                </a:solidFill>
              </a:defRPr>
            </a:pPr>
            <a:r>
              <a:rPr sz="2550" b="1">
                <a:solidFill>
                  <a:srgbClr val="33445A"/>
                </a:solidFill>
              </a:rPr>
              <a:t>护你</a:t>
            </a:r>
          </a:p>
        </p:txBody>
      </p:sp>
      <p:sp>
        <p:nvSpPr>
          <p:cNvPr id="20" name="f-desc-2">
            <a:extLst xmlns:a="http://schemas.openxmlformats.org/drawingml/2006/main">
              <a:ext uri="{FF2B5EF4-FFF2-40B4-BE49-F238E27FC236}">
                <a16:creationId xmlns:a16="http://schemas.microsoft.com/office/drawing/2014/main" id="{3D6FF478-1C76-4FCB-B351-0F5E4F8C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839A"/>
                </a:solidFill>
              </a:defRPr>
            </a:pPr>
            <a:r>
              <a:rPr sz="1350" b="0">
                <a:solidFill>
                  <a:srgbClr val="72839A"/>
                </a:solidFill>
              </a:rPr>
              <a:t>安全边界可控</a:t>
            </a:r>
          </a:p>
        </p:txBody>
      </p:sp>
      <p:sp>
        <p:nvSpPr>
          <p:cNvPr id="21" name="f-dot-2">
            <a:extLst xmlns:a="http://schemas.openxmlformats.org/drawingml/2006/main">
              <a:ext uri="{FF2B5EF4-FFF2-40B4-BE49-F238E27FC236}">
                <a16:creationId xmlns:a16="http://schemas.microsoft.com/office/drawing/2014/main" id="{634AF424-2A64-4685-81F8-280FCA27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3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66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08705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bcbde16e649e3"/>
          <a:stretch xmlns:a="http://schemas.openxmlformats.org/drawingml/2006/main"/>
        </p:blipFill>
        <p:spPr>
          <a:xfrm xmlns:a="http://schemas.openxmlformats.org/drawingml/2006/main">
            <a:off x="685800" y="3238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brand-72-34">
            <a:extLst xmlns:a="http://schemas.openxmlformats.org/drawingml/2006/main">
              <a:ext uri="{FF2B5EF4-FFF2-40B4-BE49-F238E27FC236}">
                <a16:creationId xmlns:a16="http://schemas.microsoft.com/office/drawing/2014/main" id="{978C64C5-972F-4A7F-AF6E-1998F1BF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445A"/>
                </a:solidFill>
              </a:defRPr>
            </a:pPr>
            <a:r>
              <a:rPr sz="1650" b="1">
                <a:solidFill>
                  <a:srgbClr val="33445A"/>
                </a:solidFill>
              </a:rPr>
              <a:t>DriveMate</a:t>
            </a:r>
          </a:p>
        </p:txBody>
      </p:sp>
      <p:sp>
        <p:nvSpPr>
          <p:cNvPr id="3" name="companion-topic-5">
            <a:extLst xmlns:a="http://schemas.openxmlformats.org/drawingml/2006/main">
              <a:ext uri="{FF2B5EF4-FFF2-40B4-BE49-F238E27FC236}">
                <a16:creationId xmlns:a16="http://schemas.microsoft.com/office/drawing/2014/main" id="{E85FA758-1EAB-4461-B00B-98C72EF0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2839A"/>
                </a:solidFill>
              </a:defRPr>
            </a:pPr>
            <a:r>
              <a:rPr sz="825" b="1">
                <a:solidFill>
                  <a:srgbClr val="72839A"/>
                </a:solidFill>
              </a:rPr>
              <a:t>YOUR INTELLIGENT TRAVEL COMPANION</a:t>
            </a:r>
          </a:p>
        </p:txBody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8BD755CF-9F6B-417E-A9CD-429F52D0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291A5"/>
                </a:solidFill>
              </a:defRPr>
            </a:pPr>
            <a:r>
              <a:rPr sz="750" b="1">
                <a:solidFill>
                  <a:srgbClr val="8291A5"/>
                </a:solidFill>
              </a:rPr>
              <a:t>DRIVEMATE · COMPANION STORY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C9D2CD2E-C9E3-44D3-9051-4E2BEB5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291A5"/>
                </a:solidFill>
              </a:defRPr>
            </a:pPr>
            <a:r>
              <a:rPr sz="750" b="1">
                <a:solidFill>
                  <a:srgbClr val="8291A5"/>
                </a:solidFill>
              </a:rPr>
              <a:t>05</a:t>
            </a:r>
          </a:p>
        </p:txBody>
      </p:sp>
      <p:sp>
        <p:nvSpPr>
          <p:cNvPr id="6" name="journey-title">
            <a:extLst xmlns:a="http://schemas.openxmlformats.org/drawingml/2006/main">
              <a:ext uri="{FF2B5EF4-FFF2-40B4-BE49-F238E27FC236}">
                <a16:creationId xmlns:a16="http://schemas.microsoft.com/office/drawing/2014/main" id="{8A5F615C-CDC8-4836-91D5-51CF9D81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3445A"/>
                </a:solidFill>
              </a:defRPr>
            </a:pPr>
            <a:r>
              <a:rPr sz="2850" b="1">
                <a:solidFill>
                  <a:srgbClr val="33445A"/>
                </a:solidFill>
              </a:rPr>
              <a:t>陪伴感来自每一个连续触点</a:t>
            </a:r>
          </a:p>
        </p:txBody>
      </p:sp>
      <p:sp>
        <p:nvSpPr>
          <p:cNvPr id="7" name="j-circle-0">
            <a:extLst xmlns:a="http://schemas.openxmlformats.org/drawingml/2006/main">
              <a:ext uri="{FF2B5EF4-FFF2-40B4-BE49-F238E27FC236}">
                <a16:creationId xmlns:a16="http://schemas.microsoft.com/office/drawing/2014/main" id="{A30DC890-DF17-48F7-B189-716D0E1B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-title-0">
            <a:extLst xmlns:a="http://schemas.openxmlformats.org/drawingml/2006/main">
              <a:ext uri="{FF2B5EF4-FFF2-40B4-BE49-F238E27FC236}">
                <a16:creationId xmlns:a16="http://schemas.microsoft.com/office/drawing/2014/main" id="{87762032-A12A-4EB6-B129-800564BA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3445A"/>
                </a:solidFill>
              </a:defRPr>
            </a:pPr>
            <a:r>
              <a:rPr sz="1875" b="1">
                <a:solidFill>
                  <a:srgbClr val="33445A"/>
                </a:solidFill>
              </a:rPr>
              <a:t>上车前</a:t>
            </a:r>
          </a:p>
        </p:txBody>
      </p:sp>
      <p:sp>
        <p:nvSpPr>
          <p:cNvPr id="9" name="j-sub-0">
            <a:extLst xmlns:a="http://schemas.openxmlformats.org/drawingml/2006/main">
              <a:ext uri="{FF2B5EF4-FFF2-40B4-BE49-F238E27FC236}">
                <a16:creationId xmlns:a16="http://schemas.microsoft.com/office/drawing/2014/main" id="{46C3C474-F4AF-4CCF-8D13-16E2C2D3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839A"/>
                </a:solidFill>
              </a:defRPr>
            </a:pPr>
            <a:r>
              <a:rPr sz="1200" b="0">
                <a:solidFill>
                  <a:srgbClr val="72839A"/>
                </a:solidFill>
              </a:rPr>
              <a:t>了解计划</a:t>
            </a:r>
          </a:p>
        </p:txBody>
      </p:sp>
      <p:sp>
        <p:nvSpPr>
          <p:cNvPr id="10" name="j-line-0">
            <a:extLst xmlns:a="http://schemas.openxmlformats.org/drawingml/2006/main">
              <a:ext uri="{FF2B5EF4-FFF2-40B4-BE49-F238E27FC236}">
                <a16:creationId xmlns:a16="http://schemas.microsoft.com/office/drawing/2014/main" id="{F7C0677A-1E1B-4537-B741-777069CF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3850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B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j-circle-1">
            <a:extLst xmlns:a="http://schemas.openxmlformats.org/drawingml/2006/main">
              <a:ext uri="{FF2B5EF4-FFF2-40B4-BE49-F238E27FC236}">
                <a16:creationId xmlns:a16="http://schemas.microsoft.com/office/drawing/2014/main" id="{ED1025CB-37D6-454D-9659-8AF0B5E4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431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j-title-1">
            <a:extLst xmlns:a="http://schemas.openxmlformats.org/drawingml/2006/main">
              <a:ext uri="{FF2B5EF4-FFF2-40B4-BE49-F238E27FC236}">
                <a16:creationId xmlns:a16="http://schemas.microsoft.com/office/drawing/2014/main" id="{BA1AB2CA-0291-4A00-BAE0-329F2D64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3445A"/>
                </a:solidFill>
              </a:defRPr>
            </a:pPr>
            <a:r>
              <a:rPr sz="1875" b="1">
                <a:solidFill>
                  <a:srgbClr val="33445A"/>
                </a:solidFill>
              </a:rPr>
              <a:t>行程中</a:t>
            </a:r>
          </a:p>
        </p:txBody>
      </p:sp>
      <p:sp>
        <p:nvSpPr>
          <p:cNvPr id="13" name="j-sub-1">
            <a:extLst xmlns:a="http://schemas.openxmlformats.org/drawingml/2006/main">
              <a:ext uri="{FF2B5EF4-FFF2-40B4-BE49-F238E27FC236}">
                <a16:creationId xmlns:a16="http://schemas.microsoft.com/office/drawing/2014/main" id="{8663397B-2C45-4281-97FA-58CFAB9B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839A"/>
                </a:solidFill>
              </a:defRPr>
            </a:pPr>
            <a:r>
              <a:rPr sz="1200" b="0">
                <a:solidFill>
                  <a:srgbClr val="72839A"/>
                </a:solidFill>
              </a:rPr>
              <a:t>主动响应</a:t>
            </a:r>
          </a:p>
        </p:txBody>
      </p:sp>
      <p:sp>
        <p:nvSpPr>
          <p:cNvPr id="14" name="j-line-1">
            <a:extLst xmlns:a="http://schemas.openxmlformats.org/drawingml/2006/main">
              <a:ext uri="{FF2B5EF4-FFF2-40B4-BE49-F238E27FC236}">
                <a16:creationId xmlns:a16="http://schemas.microsoft.com/office/drawing/2014/main" id="{2F8699D8-7C7F-4966-BF29-D279F9F9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1562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1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j-circle-2">
            <a:extLst xmlns:a="http://schemas.openxmlformats.org/drawingml/2006/main">
              <a:ext uri="{FF2B5EF4-FFF2-40B4-BE49-F238E27FC236}">
                <a16:creationId xmlns:a16="http://schemas.microsoft.com/office/drawing/2014/main" id="{D13887E6-DAA4-427B-ABDC-125A1EA7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j-title-2">
            <a:extLst xmlns:a="http://schemas.openxmlformats.org/drawingml/2006/main">
              <a:ext uri="{FF2B5EF4-FFF2-40B4-BE49-F238E27FC236}">
                <a16:creationId xmlns:a16="http://schemas.microsoft.com/office/drawing/2014/main" id="{53D23345-1E1E-4B04-AA2E-6834BB3E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3445A"/>
                </a:solidFill>
              </a:defRPr>
            </a:pPr>
            <a:r>
              <a:rPr sz="1875" b="1">
                <a:solidFill>
                  <a:srgbClr val="33445A"/>
                </a:solidFill>
              </a:rPr>
              <a:t>抵达时</a:t>
            </a:r>
          </a:p>
        </p:txBody>
      </p:sp>
      <p:sp>
        <p:nvSpPr>
          <p:cNvPr id="17" name="j-sub-2">
            <a:extLst xmlns:a="http://schemas.openxmlformats.org/drawingml/2006/main">
              <a:ext uri="{FF2B5EF4-FFF2-40B4-BE49-F238E27FC236}">
                <a16:creationId xmlns:a16="http://schemas.microsoft.com/office/drawing/2014/main" id="{438AB90C-5FE5-4F30-9F98-D31957C4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839A"/>
                </a:solidFill>
              </a:defRPr>
            </a:pPr>
            <a:r>
              <a:rPr sz="1200" b="0">
                <a:solidFill>
                  <a:srgbClr val="72839A"/>
                </a:solidFill>
              </a:rPr>
              <a:t>完成闭环</a:t>
            </a:r>
          </a:p>
        </p:txBody>
      </p:sp>
      <p:sp>
        <p:nvSpPr>
          <p:cNvPr id="18" name="journey-foot">
            <a:extLst xmlns:a="http://schemas.openxmlformats.org/drawingml/2006/main">
              <a:ext uri="{FF2B5EF4-FFF2-40B4-BE49-F238E27FC236}">
                <a16:creationId xmlns:a16="http://schemas.microsoft.com/office/drawing/2014/main" id="{A8BF44EB-2FC6-4121-B623-9D819B0E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2839A"/>
                </a:solidFill>
              </a:defRPr>
            </a:pPr>
            <a:r>
              <a:rPr sz="1275" b="0">
                <a:solidFill>
                  <a:srgbClr val="72839A"/>
                </a:solidFill>
              </a:rPr>
              <a:t>将用户旅程、功能触点或服务流程替换到这里</a:t>
            </a:r>
          </a:p>
        </p:txBody>
      </p:sp>
    </p:spTree>
    <p:extLst>
      <p:ext uri="{BB962C8B-B14F-4D97-AF65-F5344CB8AC3E}">
        <p14:creationId xmlns:p14="http://schemas.microsoft.com/office/powerpoint/2010/main" val="1059882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FF2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4094481e64457"/>
          <a:stretch xmlns:a="http://schemas.openxmlformats.org/drawingml/2006/main"/>
        </p:blipFill>
        <p:spPr>
          <a:xfrm xmlns:a="http://schemas.openxmlformats.org/drawingml/2006/main">
            <a:off x="685800" y="5905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close-brand">
            <a:extLst xmlns:a="http://schemas.openxmlformats.org/drawingml/2006/main">
              <a:ext uri="{FF2B5EF4-FFF2-40B4-BE49-F238E27FC236}">
                <a16:creationId xmlns:a16="http://schemas.microsoft.com/office/drawing/2014/main" id="{1AE256E2-08F2-490B-87BD-6DFCEF76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47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3445A"/>
                </a:solidFill>
              </a:defRPr>
            </a:pPr>
            <a:r>
              <a:rPr sz="2100" b="1">
                <a:solidFill>
                  <a:srgbClr val="33445A"/>
                </a:solidFill>
              </a:rPr>
              <a:t>DriveMate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6692D04-7865-44C0-BF7D-0200BF3C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3445A"/>
                </a:solidFill>
              </a:defRPr>
            </a:pPr>
            <a:r>
              <a:rPr sz="3450" b="1">
                <a:solidFill>
                  <a:srgbClr val="33445A"/>
                </a:solidFill>
              </a:rPr>
              <a:t>谢谢，一起让出行更有温度</a:t>
            </a:r>
          </a:p>
        </p:txBody>
      </p:sp>
      <p:sp>
        <p:nvSpPr>
          <p:cNvPr id="4" name="close-sub">
            <a:extLst xmlns:a="http://schemas.openxmlformats.org/drawingml/2006/main">
              <a:ext uri="{FF2B5EF4-FFF2-40B4-BE49-F238E27FC236}">
                <a16:creationId xmlns:a16="http://schemas.microsoft.com/office/drawing/2014/main" id="{A7CDE96F-7491-43E3-BB42-2858A0E6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2839A"/>
                </a:solidFill>
              </a:defRPr>
            </a:pPr>
            <a:r>
              <a:rPr sz="1500" b="0">
                <a:solidFill>
                  <a:srgbClr val="72839A"/>
                </a:solidFill>
              </a:rPr>
              <a:t>下一步：确认方向 · 完善内容 · 统一交付</a:t>
            </a:r>
          </a:p>
        </p:txBody>
      </p:sp>
      <p:sp>
        <p:nvSpPr>
          <p:cNvPr id="5" name="close-pink">
            <a:extLst xmlns:a="http://schemas.openxmlformats.org/drawingml/2006/main">
              <a:ext uri="{FF2B5EF4-FFF2-40B4-BE49-F238E27FC236}">
                <a16:creationId xmlns:a16="http://schemas.microsoft.com/office/drawing/2014/main" id="{2F7BB072-E58F-4D4F-8734-BB266E4D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144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C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dot">
            <a:extLst xmlns:a="http://schemas.openxmlformats.org/drawingml/2006/main">
              <a:ext uri="{FF2B5EF4-FFF2-40B4-BE49-F238E27FC236}">
                <a16:creationId xmlns:a16="http://schemas.microsoft.com/office/drawing/2014/main" id="{917001FD-736C-4CCD-8E94-6A5F1050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447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1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contact">
            <a:extLst xmlns:a="http://schemas.openxmlformats.org/drawingml/2006/main">
              <a:ext uri="{FF2B5EF4-FFF2-40B4-BE49-F238E27FC236}">
                <a16:creationId xmlns:a16="http://schemas.microsoft.com/office/drawing/2014/main" id="{8C2BE1B0-EAB0-43EA-AC6C-0402883B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45A"/>
                </a:solidFill>
              </a:defRPr>
            </a:pPr>
            <a:r>
              <a:rPr sz="1200" b="0">
                <a:solidFill>
                  <a:srgbClr val="33445A"/>
                </a:solidFill>
              </a:rPr>
              <a:t>联系人  |  邮箱  |  电话</a:t>
            </a:r>
          </a:p>
        </p:txBody>
      </p:sp>
    </p:spTree>
    <p:extLst>
      <p:ext uri="{BB962C8B-B14F-4D97-AF65-F5344CB8AC3E}">
        <p14:creationId xmlns:p14="http://schemas.microsoft.com/office/powerpoint/2010/main" val="1512872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2026-09-03T07:52:33.6830000Z</dcterms:created>
  <dcterms:modified xsi:type="dcterms:W3CDTF">2026-09-03T07:52:33.6830000Z</dcterms:modified>
</coreProperties>
</file>